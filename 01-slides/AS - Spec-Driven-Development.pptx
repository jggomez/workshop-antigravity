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ae35eefd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ae35eefd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bae35eefde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bae35eefde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bae35eefde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bae35eefde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bae35eefde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bae35eefde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ae35eefde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ae35eefd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bae35eefde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bae35eefde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ae35eefde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bae35eefde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bae35eefde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bae35eefde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bae35eefde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bae35eefde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ae35eefde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bae35eefde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n slide estilo IA que sera la presentación de este modulo, solo que contenga el titulo e imagenes adecuadas al titulo: &quot;Spec-Driven Development (SDD)&quot;"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l SDD es una evolución de metodologías como TDD (Test-Driven Development) y BDD (Behavior-Driven Development), pero optimizada para agentes de codificación (AI Coding Agents).&#10;En este modelo, una especificación no es un documento de texto muerto en Word, sino un archivo estructurado (usualmente Markdown, YAML o un DSL) que describe explícitamente:&#10;1. Intención del usuario (User Journey).&#10;2. Restricciones técnicas (Tech Stack, Patrones).&#10;3. Criterios de éxito (Pruebas/Validaciones)."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a premisa central es que los LLMs (como GPT-4 o Claude, Gemini) son excelentes completando patrones pero malos &quot;leyendo la mente&quot;. Si les das un prompt vago (&quot;vibe coding&quot;), obtendrás código que &quot;parece&quot; correcto pero falla en casos borde. Si les das una especificación rigurosa (SDD), actúan como programadores deterministas"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613" y="152400"/>
            <a:ext cx="8800763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l surgimiento del SDD responde a los riesgos del &quot;Vibe Coding&quot; (escribir código basado en &quot;vibras&quot; o intuiciones rápidas con IA). Aunque el vibe coding es rápido para prototipos, falla en sistemas de producción porque:&#10;• Alucinaciones y Deriva: Sin un contrato claro, la IA inventa APIs o ignora reglas de negocio.&#10;• Deuda Técnica: El código generado suele ser &quot;un solo uso&quot; y difícil de mantener si no hay una estructura arquitectónica previa.&#10;• Falta de Contexto: Una IA no conoce tus estándares de seguridad o arquitectura a menos que se especifiquen explícitamente.&#10;El SDD permite separar el &quot;Qué&quot; (estable, definido en la spec) del &quot;Cómo&quot; (flexible, generado por la IA), facilitando la regeneración de código sin perder la lógica de negocio" id="74" name="Google Shape;7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s 4 Pasos del Flujo SDD&#10;Basado en herramientas modernas como Spec Kit o Currante, el flujo de trabajo se estructura así,:&#10;1. Especificar (Specify)&#10;En lugar de escribir código, describes el problema de alto nivel.&#10;• Input: &quot;Necesito un sistema de gestión de tareas donde los usuarios tengan roles (admin/viewer).&quot;&#10;• Acción del Agente: La IA genera un archivo spec.md detallando historias de usuario, flujos de datos y criterios de aceptación.&#10;• Rol del Humano: Revisar y refinar la intención. Este es el documento vivo." id="79" name="Google Shape;7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2. Planificar (Plan)&#10;Aquí se definen las decisiones arquitectónicas.&#10;• Input: &quot;Usa Python con FastAPI, arquitectura hexagonal y PostgreSQL.&quot;&#10;• Acción del Agente: Genera un plan.md técnico. Decide estructuras de carpetas, firmas de APIs, esquemas de base de datos y estrategias de prueba.&#10;• Validación: El arquitecto verifica que el plan cumpla con los atributos de calidad (seguridad, rendimiento) antes de escribir una sola línea de código.&#10;" id="84" name="Google Shape;8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3. Desglosar (Tasks)&#10;El plan se rompe en unidades atómicas.&#10;• Acción del Agente: Convierte el plan en una lista de tareas pequeñas e implementables (ej: &quot;Crear modelo de datos&quot;, &quot;Crear endpoint de login&quot;, &quot;Escribir test de integración&quot;).&#10;• Objetivo: Esto permite que la IA trabaje en bucles cortos de retroalimentación, similar a TDD" id="89" name="Google Shape;8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4. Implementar y Verificar (Implement)&#10;El agente ejecuta las tareas una por una.&#10;• Acción: La IA genera el código y los tests basándose estrictamente en la especificación y el plan.&#10;• Rol del Humano: No revisas &quot;dumps&quot; masivos de código, sino que verificas que la tarea cumpla la spec. Si falla, no corriges el código manualmente, corriges la especificación o el plan y regeneras" id="94" name="Google Shape;9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013" y="152400"/>
            <a:ext cx="7999984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